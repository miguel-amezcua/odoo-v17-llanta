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7" r:id="rId3"/>
    <p:sldId id="260" r:id="rId4"/>
    <p:sldId id="261" r:id="rId5"/>
    <p:sldId id="258" r:id="rId6"/>
    <p:sldId id="265" r:id="rId7"/>
    <p:sldId id="262" r:id="rId8"/>
    <p:sldId id="259" r:id="rId9"/>
    <p:sldId id="257" r:id="rId10"/>
    <p:sldId id="264" r:id="rId11"/>
    <p:sldId id="266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E131A8-3A6D-96D3-2363-A5F50DB2E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2A1F4A-E82E-1A3C-B800-DD00CB722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FA632B-C8BE-3544-6EE1-E084F24E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42F75-8E00-4807-B6E6-4ED80E3433E5}" type="datetimeFigureOut">
              <a:rPr lang="es-MX" smtClean="0"/>
              <a:t>08/01/2025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5335C8-79B9-74F0-F6C3-A6D3034C8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0B8AEB-7681-67DD-0531-F76E7E924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1769-45D9-4EE0-9B90-3C95960270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1314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1C84F-9E27-BEF4-B7D6-C4EEA8A4C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1EF259-4094-7E3D-FFB6-8C8171431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E2FF04-A8BD-860A-997E-39616ECB4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42F75-8E00-4807-B6E6-4ED80E3433E5}" type="datetimeFigureOut">
              <a:rPr lang="es-MX" smtClean="0"/>
              <a:t>08/01/2025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3B5152-F2DB-8429-0624-A3D47A32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C65EEC-D103-0362-9EFD-F32A52D80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1769-45D9-4EE0-9B90-3C95960270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7935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ECA4B-2758-40AD-2CBE-C07DCCCD0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C84C2A-65EE-38E7-367C-3E12712D7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075AB2-81D2-F763-FA6B-530A0369A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42F75-8E00-4807-B6E6-4ED80E3433E5}" type="datetimeFigureOut">
              <a:rPr lang="es-MX" smtClean="0"/>
              <a:t>08/01/2025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7CEECA-C773-28D4-6A58-A633ABDEC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7EACAB-8312-B40E-A777-1C1F715AD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1769-45D9-4EE0-9B90-3C95960270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8703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FFC78-5674-6599-5A64-DAE1475D8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4317EC-C127-9F7D-E01B-62B20F087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E9559-F596-2200-2D4E-92E679D92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2A0805-06F9-50EE-D511-46F9A361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42F75-8E00-4807-B6E6-4ED80E3433E5}" type="datetimeFigureOut">
              <a:rPr lang="es-MX" smtClean="0"/>
              <a:t>08/01/2025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B43923-ED25-469C-1229-94E0C2D51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C4861C-4BB8-3932-51F3-DD8C93C8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1769-45D9-4EE0-9B90-3C95960270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1924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04E2D-0A3E-7CAF-254C-02121E4BB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D0F47F-1747-7396-0941-263A39119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45FA45-BAED-7287-95DF-33CC51736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931F934-8472-4016-7C64-FEF29D5D1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7F54BD8-9619-858F-C978-6DC8339069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98256D-B2D8-ABFB-7029-5D787B32D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42F75-8E00-4807-B6E6-4ED80E3433E5}" type="datetimeFigureOut">
              <a:rPr lang="es-MX" smtClean="0"/>
              <a:t>08/01/2025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41F2651-5F91-6A25-E466-14C5634C4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3946BD5-8C53-7F9C-0C12-35C2A939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1769-45D9-4EE0-9B90-3C95960270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4031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A5C25-E4C8-1F4E-7D1B-61DC712A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04730ED-A35A-EBBF-40D5-B3638E9E8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42F75-8E00-4807-B6E6-4ED80E3433E5}" type="datetimeFigureOut">
              <a:rPr lang="es-MX" smtClean="0"/>
              <a:t>08/01/2025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3DFC2C7-1D58-385D-3047-291842EAB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E3532C7-8E4C-F204-1E2E-05ECBD7FB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1769-45D9-4EE0-9B90-3C95960270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3119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1B51C2-361F-1504-E357-EEB27D1CB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42F75-8E00-4807-B6E6-4ED80E3433E5}" type="datetimeFigureOut">
              <a:rPr lang="es-MX" smtClean="0"/>
              <a:t>08/01/2025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A3C1114-DAC0-DF1C-E38D-EFF7CAD15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25A99D-B8E8-C9CF-1877-6289031A4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1769-45D9-4EE0-9B90-3C95960270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0368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EEBDD7-E885-DA7F-F976-FB7BDDCA0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AC4D85-5524-FCDA-C336-6476874E4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31585B-4E51-C56B-6424-8E9B66AF0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A806F6-DBEA-27BE-44C9-FB6A3C25B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42F75-8E00-4807-B6E6-4ED80E3433E5}" type="datetimeFigureOut">
              <a:rPr lang="es-MX" smtClean="0"/>
              <a:t>08/01/2025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C340C0-892E-76D1-4E79-2AE9133A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BF1D85-0104-A0F7-C04D-BCF7E5F8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1769-45D9-4EE0-9B90-3C95960270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754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A6951-2EDB-C690-B7EB-49D5CC895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C9EA5F-719C-0336-49CE-5D19A812C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8F5242-9FB0-3EF8-8756-B2550F93A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E44E3C-76C5-951B-C71E-FFEA5D02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42F75-8E00-4807-B6E6-4ED80E3433E5}" type="datetimeFigureOut">
              <a:rPr lang="es-MX" smtClean="0"/>
              <a:t>08/01/2025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8573E6-C202-A97D-4716-ED43D1436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97A4F3-A82E-7125-9ED6-DF5D522AD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1769-45D9-4EE0-9B90-3C95960270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3180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3D3FEA-2BA0-23ED-4CD0-75B3395EE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52F0725-4489-0D66-3549-BBD28BAAD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AE35F9-0B60-0EEE-82A2-BD7B20E0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42F75-8E00-4807-B6E6-4ED80E3433E5}" type="datetimeFigureOut">
              <a:rPr lang="es-MX" smtClean="0"/>
              <a:t>08/01/2025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97F2D7-BA6E-BCCF-E674-3DD20F597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983CFD-0940-4C05-15F1-AF4B7191A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1769-45D9-4EE0-9B90-3C95960270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4463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328F42-F142-DA6A-BB63-05B16379EC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53284AC-3379-59ED-CAB3-F93249CC9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F40848-9740-C9DC-FC15-8C4154F35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42F75-8E00-4807-B6E6-4ED80E3433E5}" type="datetimeFigureOut">
              <a:rPr lang="es-MX" smtClean="0"/>
              <a:t>08/01/2025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7261B6-E653-7453-DB3D-AFAE803BE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7357B5-F6DB-40BE-C05A-41F80237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1769-45D9-4EE0-9B90-3C95960270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4303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8371AB2-6C7F-BC75-7A3A-7FB29C0D2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34C58C-40F6-E049-CA37-884676E29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FA1A4C-FF50-E702-140C-EDB114C2B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42F75-8E00-4807-B6E6-4ED80E3433E5}" type="datetimeFigureOut">
              <a:rPr lang="es-MX" smtClean="0"/>
              <a:t>08/01/2025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428467-1A44-5D8F-F50A-1AAFF7A64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BB3AB3-9A6D-B4AB-F092-72D97F7A9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B1769-45D9-4EE0-9B90-3C95960270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892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ire White Transparent, Vector Elements Rolling Tire, Vector Elements,  Rolling Tires, Tire PNG Image For Free Download">
            <a:extLst>
              <a:ext uri="{FF2B5EF4-FFF2-40B4-BE49-F238E27FC236}">
                <a16:creationId xmlns:a16="http://schemas.microsoft.com/office/drawing/2014/main" id="{72912446-8808-F1D5-CC5A-4B0EFDC9B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333375"/>
            <a:ext cx="6191250" cy="619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153B27-6FAF-C2CD-B8CC-2435F8CAF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TRASPASOS JASMAN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D6360203-2908-B602-DE00-52973048F9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388" y="5959068"/>
            <a:ext cx="2365612" cy="898932"/>
          </a:xfrm>
        </p:spPr>
      </p:pic>
    </p:spTree>
    <p:extLst>
      <p:ext uri="{BB962C8B-B14F-4D97-AF65-F5344CB8AC3E}">
        <p14:creationId xmlns:p14="http://schemas.microsoft.com/office/powerpoint/2010/main" val="178937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50945-06B1-BE8A-CF4A-4FA531CB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806BF-B043-3CED-DE97-2FF7B5DE7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TRASPASOS JASMAN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9C9CAAC8-5EA8-90C8-FC62-9DB4582EA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388" y="5959068"/>
            <a:ext cx="2365612" cy="898932"/>
          </a:xfr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364C5B6-BEB4-C53D-483F-E3B6FEE85B20}"/>
              </a:ext>
            </a:extLst>
          </p:cNvPr>
          <p:cNvSpPr txBox="1"/>
          <p:nvPr/>
        </p:nvSpPr>
        <p:spPr>
          <a:xfrm>
            <a:off x="2320119" y="2852382"/>
            <a:ext cx="1181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SOLICITUD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B6FC869-AC51-9E5C-A108-D4B481F4E155}"/>
              </a:ext>
            </a:extLst>
          </p:cNvPr>
          <p:cNvSpPr txBox="1"/>
          <p:nvPr/>
        </p:nvSpPr>
        <p:spPr>
          <a:xfrm>
            <a:off x="5691116" y="5158854"/>
            <a:ext cx="14355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dirty="0"/>
              <a:t>RECOLECION </a:t>
            </a:r>
          </a:p>
          <a:p>
            <a:pPr algn="ctr"/>
            <a:r>
              <a:rPr lang="es-MX" dirty="0"/>
              <a:t>SALIDA</a:t>
            </a:r>
            <a:br>
              <a:rPr lang="es-MX" dirty="0"/>
            </a:br>
            <a:r>
              <a:rPr lang="es-MX" dirty="0"/>
              <a:t>(ENTREGA)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F604CC-F10A-7B31-D698-745F68412CE1}"/>
              </a:ext>
            </a:extLst>
          </p:cNvPr>
          <p:cNvSpPr txBox="1"/>
          <p:nvPr/>
        </p:nvSpPr>
        <p:spPr>
          <a:xfrm>
            <a:off x="8297839" y="2852382"/>
            <a:ext cx="1255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RECEPCION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3E4A6D4-556B-7AB4-CFA8-C6282C6633D1}"/>
              </a:ext>
            </a:extLst>
          </p:cNvPr>
          <p:cNvCxnSpPr/>
          <p:nvPr/>
        </p:nvCxnSpPr>
        <p:spPr>
          <a:xfrm>
            <a:off x="3275463" y="3429000"/>
            <a:ext cx="2224585" cy="1620672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3C75EBF-AC93-5B29-7B08-5AC623F49CD9}"/>
              </a:ext>
            </a:extLst>
          </p:cNvPr>
          <p:cNvCxnSpPr>
            <a:cxnSpLocks/>
          </p:cNvCxnSpPr>
          <p:nvPr/>
        </p:nvCxnSpPr>
        <p:spPr>
          <a:xfrm flipV="1">
            <a:off x="6960358" y="3429000"/>
            <a:ext cx="1337481" cy="16206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666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B11CE9A-2681-59F9-B7E1-6E4EB6053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61" y="61442"/>
            <a:ext cx="9688277" cy="6735115"/>
          </a:xfrm>
          <a:prstGeom prst="rect">
            <a:avLst/>
          </a:prstGeom>
        </p:spPr>
      </p:pic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A58B37CD-2486-E9DA-1583-3D9CB0DDE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388" y="5959068"/>
            <a:ext cx="2365612" cy="898932"/>
          </a:xfrm>
        </p:spPr>
      </p:pic>
    </p:spTree>
    <p:extLst>
      <p:ext uri="{BB962C8B-B14F-4D97-AF65-F5344CB8AC3E}">
        <p14:creationId xmlns:p14="http://schemas.microsoft.com/office/powerpoint/2010/main" val="106394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96A70-89E9-AEF4-52FC-5621B86D6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412052-3549-F8B4-34F6-2434A1EA4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A259CCD-DB4E-B2E8-D8FB-ED33DDEB8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22" y="0"/>
            <a:ext cx="10879156" cy="6858000"/>
          </a:xfrm>
          <a:prstGeom prst="rect">
            <a:avLst/>
          </a:prstGeom>
        </p:spPr>
      </p:pic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2E857B77-44D2-B6E0-5609-3547D0010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388" y="5959068"/>
            <a:ext cx="2365612" cy="89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372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2CADF-71CD-9B02-D32E-D7C18870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BC209-5C7E-B1EC-7CA4-70B8316E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rgbClr val="FF0000"/>
                </a:solidFill>
              </a:rPr>
              <a:t>PUNTOS CLAVE EN LOS TRASPASOS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CC5AED-9C9A-50FC-55A1-C4ECE4E32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La Mercancía que se Custodia es un </a:t>
            </a:r>
            <a:r>
              <a:rPr lang="es-MX" dirty="0">
                <a:solidFill>
                  <a:srgbClr val="FF0000"/>
                </a:solidFill>
              </a:rPr>
              <a:t>Valor ($)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FF0000"/>
                </a:solidFill>
              </a:rPr>
              <a:t>Validar Física</a:t>
            </a:r>
            <a:r>
              <a:rPr lang="es-MX" dirty="0"/>
              <a:t> la Cantidad y Código Correcto en la Mercancía Solicitada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FF0000"/>
                </a:solidFill>
              </a:rPr>
              <a:t>Firma y Sello de Aceptación </a:t>
            </a:r>
            <a:r>
              <a:rPr lang="es-MX" dirty="0"/>
              <a:t>de quien recibe Indica que Valido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FF0000"/>
                </a:solidFill>
              </a:rPr>
              <a:t>Personas que Validan</a:t>
            </a:r>
            <a:r>
              <a:rPr lang="es-MX" dirty="0"/>
              <a:t> en el Proceso de Traspaso: ALMACENISTA, JEFE ALMACEN ( EMBARQUE), CHOFER, PERSONAL SUCURSAL</a:t>
            </a:r>
          </a:p>
          <a:p>
            <a:r>
              <a:rPr lang="es-MX" dirty="0">
                <a:solidFill>
                  <a:srgbClr val="FF0000"/>
                </a:solidFill>
              </a:rPr>
              <a:t>Validaciones en Sistema</a:t>
            </a:r>
            <a:r>
              <a:rPr lang="es-MX" dirty="0"/>
              <a:t>: PICK, OUT, IN </a:t>
            </a:r>
          </a:p>
          <a:p>
            <a:r>
              <a:rPr lang="es-MX" dirty="0">
                <a:solidFill>
                  <a:srgbClr val="FF0000"/>
                </a:solidFill>
              </a:rPr>
              <a:t>Cifras de Control </a:t>
            </a:r>
            <a:r>
              <a:rPr lang="es-MX" dirty="0"/>
              <a:t>Total del Producto.</a:t>
            </a:r>
          </a:p>
          <a:p>
            <a:r>
              <a:rPr lang="es-MX" dirty="0"/>
              <a:t>Documento de </a:t>
            </a:r>
            <a:r>
              <a:rPr lang="es-MX" dirty="0">
                <a:solidFill>
                  <a:srgbClr val="FF0000"/>
                </a:solidFill>
              </a:rPr>
              <a:t>Entrega es el OUT </a:t>
            </a:r>
            <a:r>
              <a:rPr lang="es-MX" dirty="0"/>
              <a:t>validado en estatus de </a:t>
            </a:r>
            <a:r>
              <a:rPr lang="es-MX" dirty="0">
                <a:solidFill>
                  <a:srgbClr val="FF0000"/>
                </a:solidFill>
              </a:rPr>
              <a:t>HECHO</a:t>
            </a:r>
            <a:r>
              <a:rPr lang="es-MX" dirty="0"/>
              <a:t>.</a:t>
            </a:r>
          </a:p>
          <a:p>
            <a:r>
              <a:rPr lang="es-MX" dirty="0"/>
              <a:t>Amarre </a:t>
            </a:r>
            <a:r>
              <a:rPr lang="es-MX" dirty="0">
                <a:solidFill>
                  <a:srgbClr val="FF0000"/>
                </a:solidFill>
              </a:rPr>
              <a:t>OUT (Mercancía Entregada ) </a:t>
            </a:r>
            <a:r>
              <a:rPr lang="es-MX" dirty="0"/>
              <a:t>= </a:t>
            </a:r>
            <a:r>
              <a:rPr lang="es-MX" dirty="0">
                <a:solidFill>
                  <a:srgbClr val="0070C0"/>
                </a:solidFill>
              </a:rPr>
              <a:t>IN ( Mercancía Recibida ) </a:t>
            </a:r>
            <a:r>
              <a:rPr lang="es-MX" dirty="0"/>
              <a:t>impresión de ambos y engraparlos y validados que sean iguales.</a:t>
            </a:r>
          </a:p>
          <a:p>
            <a:r>
              <a:rPr lang="es-MX" dirty="0">
                <a:solidFill>
                  <a:srgbClr val="FF0000"/>
                </a:solidFill>
              </a:rPr>
              <a:t>Tachar</a:t>
            </a:r>
            <a:r>
              <a:rPr lang="es-MX" dirty="0"/>
              <a:t> los Documentos ( </a:t>
            </a:r>
            <a:r>
              <a:rPr lang="es-MX" dirty="0">
                <a:solidFill>
                  <a:srgbClr val="FF0000"/>
                </a:solidFill>
              </a:rPr>
              <a:t>No</a:t>
            </a:r>
            <a:r>
              <a:rPr lang="es-MX" dirty="0"/>
              <a:t> ) , Realizar </a:t>
            </a:r>
            <a:r>
              <a:rPr lang="es-MX" dirty="0">
                <a:solidFill>
                  <a:srgbClr val="FF0000"/>
                </a:solidFill>
              </a:rPr>
              <a:t>anotaciones</a:t>
            </a:r>
            <a:r>
              <a:rPr lang="es-MX" dirty="0"/>
              <a:t> ( </a:t>
            </a:r>
            <a:r>
              <a:rPr lang="es-MX" dirty="0">
                <a:solidFill>
                  <a:srgbClr val="FF0000"/>
                </a:solidFill>
              </a:rPr>
              <a:t>Si</a:t>
            </a:r>
            <a:r>
              <a:rPr lang="es-MX" dirty="0"/>
              <a:t> )</a:t>
            </a:r>
          </a:p>
        </p:txBody>
      </p:sp>
      <p:pic>
        <p:nvPicPr>
          <p:cNvPr id="4" name="Marcador de contenido 5">
            <a:extLst>
              <a:ext uri="{FF2B5EF4-FFF2-40B4-BE49-F238E27FC236}">
                <a16:creationId xmlns:a16="http://schemas.microsoft.com/office/drawing/2014/main" id="{6C657624-E906-0A6C-BE17-404DC2F50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776" y="6218374"/>
            <a:ext cx="1683224" cy="6396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716D00E-3FA5-DF7C-A5D1-7A0B3A251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6191" y="365125"/>
            <a:ext cx="1882036" cy="188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461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8E0C4-F3CF-7A0C-E755-EC31D72F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8F50B-256B-7D69-945B-ACA2A03FC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rgbClr val="FF0000"/>
                </a:solidFill>
              </a:rPr>
              <a:t>PUNTOS CLAVE EN LOS TRASPASOS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1937E9-E453-1B0B-9358-98EB16C63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FF0000"/>
                </a:solidFill>
              </a:rPr>
              <a:t>Custodia de un Valor ($)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0070C0"/>
                </a:solidFill>
              </a:rPr>
              <a:t>Validación Física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FF0000"/>
                </a:solidFill>
              </a:rPr>
              <a:t>Firma y Sello de Aceptación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0070C0"/>
                </a:solidFill>
              </a:rPr>
              <a:t>Personal que Valida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FF0000"/>
                </a:solidFill>
              </a:rPr>
              <a:t>Validaciones en Sistema</a:t>
            </a:r>
            <a:r>
              <a:rPr lang="es-MX" dirty="0"/>
              <a:t>: PICK, OUT,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Cifras de Control</a:t>
            </a:r>
          </a:p>
          <a:p>
            <a:r>
              <a:rPr lang="es-MX" dirty="0">
                <a:solidFill>
                  <a:srgbClr val="0070C0"/>
                </a:solidFill>
              </a:rPr>
              <a:t>Entregar el OUT ( HECHO )</a:t>
            </a:r>
          </a:p>
          <a:p>
            <a:r>
              <a:rPr lang="es-MX" dirty="0">
                <a:solidFill>
                  <a:srgbClr val="7030A0"/>
                </a:solidFill>
              </a:rPr>
              <a:t>OUT (Mercancía Entregada ) </a:t>
            </a:r>
            <a:r>
              <a:rPr lang="es-MX" dirty="0"/>
              <a:t>= </a:t>
            </a:r>
            <a:r>
              <a:rPr lang="es-MX" dirty="0">
                <a:solidFill>
                  <a:srgbClr val="00B050"/>
                </a:solidFill>
              </a:rPr>
              <a:t>IN ( Mercancía Recibida )</a:t>
            </a:r>
          </a:p>
          <a:p>
            <a:r>
              <a:rPr lang="es-MX" dirty="0">
                <a:solidFill>
                  <a:srgbClr val="0070C0"/>
                </a:solidFill>
              </a:rPr>
              <a:t>No Tachar , Anotaciones Si </a:t>
            </a:r>
          </a:p>
        </p:txBody>
      </p:sp>
      <p:pic>
        <p:nvPicPr>
          <p:cNvPr id="4" name="Marcador de contenido 5">
            <a:extLst>
              <a:ext uri="{FF2B5EF4-FFF2-40B4-BE49-F238E27FC236}">
                <a16:creationId xmlns:a16="http://schemas.microsoft.com/office/drawing/2014/main" id="{954BEE69-CA31-024B-CCC2-D7C4E4C08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776" y="6218374"/>
            <a:ext cx="1683224" cy="6396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90EF5D8-1BFF-91ED-BBAC-630AEF703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588" y="1546576"/>
            <a:ext cx="3448505" cy="344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4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17725-3210-670F-AE38-313F10C9B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0CBC2832-3DA6-A445-C088-31CC18937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326" y="2137162"/>
            <a:ext cx="685896" cy="8186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A9CB28F-AEBF-A12A-3023-796E8F94F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010" y="2133721"/>
            <a:ext cx="743054" cy="79068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EB81481-15CC-445C-8736-834A2B036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346" y="4488767"/>
            <a:ext cx="978071" cy="99763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DD7B3A3-CFD3-FF80-98F5-A4A2D76956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8476" y="3162194"/>
            <a:ext cx="979821" cy="99763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2272E1A-CD55-2990-CC59-40BA2BF1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rgbClr val="FF0000"/>
                </a:solidFill>
              </a:rPr>
              <a:t>TRASPASOS VIRTUALES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1B31C3-9154-5449-6782-B4B1DEEDE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2574" y="1599807"/>
            <a:ext cx="10515600" cy="435133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Traspasos Virtuales tambien </a:t>
            </a:r>
            <a:r>
              <a:rPr lang="es-MX" dirty="0">
                <a:solidFill>
                  <a:srgbClr val="FF0000"/>
                </a:solidFill>
              </a:rPr>
              <a:t>se imprimen y se validan y firman.</a:t>
            </a:r>
          </a:p>
          <a:p>
            <a:pPr marL="0" indent="0">
              <a:buNone/>
            </a:pPr>
            <a:br>
              <a:rPr lang="es-MX" dirty="0">
                <a:solidFill>
                  <a:srgbClr val="FF0000"/>
                </a:solidFill>
              </a:rPr>
            </a:br>
            <a:endParaRPr lang="es-MX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FF0000"/>
                </a:solidFill>
              </a:rPr>
              <a:t>Seguimiento</a:t>
            </a:r>
            <a:r>
              <a:rPr lang="es-MX" dirty="0"/>
              <a:t> a cada traspaso virtual quien entrega y quien factura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Realizar </a:t>
            </a:r>
            <a:r>
              <a:rPr lang="es-MX" dirty="0">
                <a:solidFill>
                  <a:srgbClr val="FF0000"/>
                </a:solidFill>
              </a:rPr>
              <a:t>anotaciones y soportes </a:t>
            </a:r>
            <a:r>
              <a:rPr lang="es-MX" dirty="0"/>
              <a:t>en Odoo</a:t>
            </a:r>
          </a:p>
        </p:txBody>
      </p:sp>
      <p:pic>
        <p:nvPicPr>
          <p:cNvPr id="4" name="Marcador de contenido 5">
            <a:extLst>
              <a:ext uri="{FF2B5EF4-FFF2-40B4-BE49-F238E27FC236}">
                <a16:creationId xmlns:a16="http://schemas.microsoft.com/office/drawing/2014/main" id="{0E79D3B7-2FE8-D0E9-F022-CA7316C371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776" y="6218374"/>
            <a:ext cx="1683224" cy="63962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82D1B6B-465A-7D24-F4B4-D75CCAF6B6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9194" y="2265460"/>
            <a:ext cx="685896" cy="56205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FFED6B93-E7ED-1FC1-69B0-24F038A10A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7210" y="2133721"/>
            <a:ext cx="806328" cy="774288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65B5BB7-7822-8CBE-10B8-FEDF1A7BA6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4954" y="4488767"/>
            <a:ext cx="978071" cy="105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69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39D99-FFC8-11F8-7E4C-C8A867D3E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99E49D-E199-CA78-41A6-4C9D0C15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rgbClr val="FF0000"/>
                </a:solidFill>
              </a:rPr>
              <a:t>VALIDACIONES EN SISTEMA ODOO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5580B5-7357-65BC-AA5E-2AB82492C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Demanda = Lo que Solicitan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Cantidad = Lo que se Valida en el PICK, OUT, IN y es aplicada en el Odoo y cambia a estatus HECHO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Impresión OUT cuando tiene estatus HECHO ( Validado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Impresión IN cuando tiene estatus HECHO ( Validado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Realizarlos en el momento.</a:t>
            </a:r>
          </a:p>
        </p:txBody>
      </p:sp>
      <p:pic>
        <p:nvPicPr>
          <p:cNvPr id="4" name="Marcador de contenido 5">
            <a:extLst>
              <a:ext uri="{FF2B5EF4-FFF2-40B4-BE49-F238E27FC236}">
                <a16:creationId xmlns:a16="http://schemas.microsoft.com/office/drawing/2014/main" id="{9B5FCB47-74D0-130B-33D6-125D85C4C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776" y="6218374"/>
            <a:ext cx="1683224" cy="63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937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5B9B0-C912-910B-381E-56FCBAD4A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rgbClr val="FF0000"/>
                </a:solidFill>
              </a:rPr>
              <a:t>MOMENTOS DE DEVOLUCION DE MERCANCIA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D7631-37CB-BC77-7E49-F6FAA7366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solidFill>
                  <a:srgbClr val="0070C0"/>
                </a:solidFill>
              </a:rPr>
              <a:t>Devolución cuando recién se VALIDO el OUT</a:t>
            </a:r>
            <a:r>
              <a:rPr lang="es-MX" dirty="0"/>
              <a:t> y no se mandara toda la Mercancía. Se genera un documento tipo IN el cual se entregara junto con el OUT para que la entrega sea la cantidad exacta:</a:t>
            </a:r>
            <a:br>
              <a:rPr lang="es-MX" dirty="0"/>
            </a:br>
            <a:r>
              <a:rPr lang="es-MX" dirty="0"/>
              <a:t>Ejemplo: OUT de 10 con devolución IN de 2 = Entrega 8 unidades.</a:t>
            </a:r>
          </a:p>
          <a:p>
            <a:r>
              <a:rPr lang="es-MX" dirty="0">
                <a:solidFill>
                  <a:srgbClr val="0070C0"/>
                </a:solidFill>
              </a:rPr>
              <a:t>Devolución cuando llega a Sucursal </a:t>
            </a:r>
            <a:r>
              <a:rPr lang="es-MX" dirty="0"/>
              <a:t>y no llego la mercancía completa o con algún daño </a:t>
            </a:r>
            <a:r>
              <a:rPr lang="es-MX" dirty="0">
                <a:solidFill>
                  <a:srgbClr val="0070C0"/>
                </a:solidFill>
              </a:rPr>
              <a:t>(Realizar REVERSIVO).</a:t>
            </a:r>
            <a:br>
              <a:rPr lang="es-MX" dirty="0"/>
            </a:br>
            <a:r>
              <a:rPr lang="es-MX" dirty="0"/>
              <a:t>Se realiza la anotación en el OUT de que no se recibió toda la mercancía con firma y aceptación del chofer que entrega y confirma que no se entrego completo y se realiza el tramite de un traspaso de regreso hacia el almacen</a:t>
            </a:r>
          </a:p>
        </p:txBody>
      </p:sp>
      <p:pic>
        <p:nvPicPr>
          <p:cNvPr id="4" name="Marcador de contenido 5">
            <a:extLst>
              <a:ext uri="{FF2B5EF4-FFF2-40B4-BE49-F238E27FC236}">
                <a16:creationId xmlns:a16="http://schemas.microsoft.com/office/drawing/2014/main" id="{CE41CD1B-7C6E-5AF3-697B-981066EBD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776" y="6218374"/>
            <a:ext cx="1683224" cy="63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780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79616-68D4-EC42-A814-4089A300F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A4C8A8C-CABA-5E54-4157-0A210CD22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61" y="61442"/>
            <a:ext cx="9688277" cy="6735115"/>
          </a:xfrm>
          <a:prstGeom prst="rect">
            <a:avLst/>
          </a:prstGeom>
        </p:spPr>
      </p:pic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3171E05F-99D3-5340-4F9F-5C8DDEBA7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388" y="5959068"/>
            <a:ext cx="2365612" cy="898932"/>
          </a:xfrm>
        </p:spPr>
      </p:pic>
      <p:sp>
        <p:nvSpPr>
          <p:cNvPr id="2" name="Flecha: hacia abajo 1">
            <a:extLst>
              <a:ext uri="{FF2B5EF4-FFF2-40B4-BE49-F238E27FC236}">
                <a16:creationId xmlns:a16="http://schemas.microsoft.com/office/drawing/2014/main" id="{87077D16-7BDD-041D-7140-B50847E92D5C}"/>
              </a:ext>
            </a:extLst>
          </p:cNvPr>
          <p:cNvSpPr/>
          <p:nvPr/>
        </p:nvSpPr>
        <p:spPr>
          <a:xfrm>
            <a:off x="5240740" y="3002507"/>
            <a:ext cx="1132764" cy="10235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Flecha: hacia abajo 2">
            <a:extLst>
              <a:ext uri="{FF2B5EF4-FFF2-40B4-BE49-F238E27FC236}">
                <a16:creationId xmlns:a16="http://schemas.microsoft.com/office/drawing/2014/main" id="{D5EBEE57-576C-EAE8-3079-CA2671984724}"/>
              </a:ext>
            </a:extLst>
          </p:cNvPr>
          <p:cNvSpPr/>
          <p:nvPr/>
        </p:nvSpPr>
        <p:spPr>
          <a:xfrm flipV="1">
            <a:off x="8693624" y="1542197"/>
            <a:ext cx="1132764" cy="12487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6279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4C4F5-CA6A-90F8-DDA6-1AB73E90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8C11CDE-CC43-B6BF-A50C-AC709C6E0C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388" y="5959068"/>
            <a:ext cx="2365612" cy="898932"/>
          </a:xfr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A043014E-00D0-3BFC-EB82-6E3B35FCF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s-MX" dirty="0">
                <a:solidFill>
                  <a:srgbClr val="FF0000"/>
                </a:solidFill>
              </a:rPr>
              <a:t>A llevar a cabo el Proceso !!!!!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BB7F926-C2DE-12ED-7544-4954EA70705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141179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400</Words>
  <Application>Microsoft Office PowerPoint</Application>
  <PresentationFormat>Panorámica</PresentationFormat>
  <Paragraphs>42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TRASPASOS JASMAN</vt:lpstr>
      <vt:lpstr>TRASPASOS JASMAN</vt:lpstr>
      <vt:lpstr>Presentación de PowerPoint</vt:lpstr>
      <vt:lpstr>Presentación de PowerPoint</vt:lpstr>
      <vt:lpstr>PUNTOS CLAVE EN LOS TRASPASOS</vt:lpstr>
      <vt:lpstr>PUNTOS CLAVE EN LOS TRASPASOS</vt:lpstr>
      <vt:lpstr>TRASPASOS VIRTUALES</vt:lpstr>
      <vt:lpstr>VALIDACIONES EN SISTEMA ODOO</vt:lpstr>
      <vt:lpstr>MOMENTOS DE DEVOLUCION DE MERCANCIA</vt:lpstr>
      <vt:lpstr>Presentación de PowerPoint</vt:lpstr>
      <vt:lpstr>A llevar a cabo el Proceso !!!!!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German Reyes Llamas</dc:creator>
  <cp:lastModifiedBy>Luis German Reyes Llamas</cp:lastModifiedBy>
  <cp:revision>12</cp:revision>
  <dcterms:created xsi:type="dcterms:W3CDTF">2025-01-08T04:18:38Z</dcterms:created>
  <dcterms:modified xsi:type="dcterms:W3CDTF">2025-01-08T17:00:54Z</dcterms:modified>
</cp:coreProperties>
</file>